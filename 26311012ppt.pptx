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F00076-E25E-4AF7-8AF9-7B18657F2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9D28E32-D95F-4783-BD99-FD24738E31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0E5709-78DE-4127-B04D-2EB8278DE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39308-7C77-4451-9A10-723EEACF7FD9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87AC8F-9BCE-443A-AA84-A7250FACA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88A611-EE7E-434B-841F-291E6297A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529CF-00DC-4ADD-8B6A-7D9ADE88BC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111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96E2A4-62F6-47D0-8232-80325F4A6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FED446-2930-4C0C-A1EC-C3F521B05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6C0836-55BB-492D-B717-FF8392A05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39308-7C77-4451-9A10-723EEACF7FD9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915BEB-3A5C-4961-A055-9592E00D3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BE3F5C-6924-45A5-BE09-49105D0CD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529CF-00DC-4ADD-8B6A-7D9ADE88BC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8031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FF3DFE-869C-4CB1-8AC3-507EACCA0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A34DF3-F529-4A33-A7BE-F9CE6AFB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CF2318-27E5-466B-9F4B-C280EAED1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39308-7C77-4451-9A10-723EEACF7FD9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3DA54E-CE72-4C66-9A9B-C1E208809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190C5C-579A-4108-ABF5-A83339A73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529CF-00DC-4ADD-8B6A-7D9ADE88BC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5190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EA1431-49B4-4105-95AE-9CEE77E4A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431B8A-D85B-4ADD-9C1A-5027C3BA64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90F5184-B025-4F7D-8ABC-6B12135C8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7A6AD20-FFDA-428E-ACA9-F61133178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39308-7C77-4451-9A10-723EEACF7FD9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513A418-F7B1-4EBE-9AB8-D59DDB4E7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8CF70B-C873-4AB9-8EDD-1B7BDB0B5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529CF-00DC-4ADD-8B6A-7D9ADE88BC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6517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E632EA-9965-49A4-A06B-5CB6CEDB8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DFB35F-D1E7-4040-97F2-AA892ECEFA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F6C9E73-C682-4633-9531-1392B0FED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916E44A-9F26-4B60-BD24-2F19074E4D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A1409D2-3791-43FB-856E-478521A7D5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012CAE0-6D05-43F9-8914-69189F95F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39308-7C77-4451-9A10-723EEACF7FD9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E052775-B306-4176-8DC2-2FDBF6CCE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0870772-970E-42B2-85B8-C17780E2D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529CF-00DC-4ADD-8B6A-7D9ADE88BC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380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52B4D8-E563-4820-B3EA-635C5B2B3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779602-9810-4CBB-AF2D-1D92E5BB1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39308-7C77-4451-9A10-723EEACF7FD9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8EA029-CAFA-4F12-B8A7-44730273D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783BC80-EF40-48A9-A3E3-98BF002AD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529CF-00DC-4ADD-8B6A-7D9ADE88BC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013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3E09C26-40F6-44AE-B149-D78CADD91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39308-7C77-4451-9A10-723EEACF7FD9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8772B2F-F9B8-4FC2-ABD5-01C921640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37726A-6856-49A1-A804-915995425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529CF-00DC-4ADD-8B6A-7D9ADE88BC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8524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64FBB1-C9C9-4812-9CDE-A332BD948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09361D-253C-4BDB-B184-9A72E2C1F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B0EB47-1C82-42F5-ABF1-8C1B571321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2FAC62-AA18-4DD2-87A7-A5C678B9F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39308-7C77-4451-9A10-723EEACF7FD9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B8ABFEA-D8C2-4101-8790-5FE2F0CF0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2063FD7-6ED0-485B-BF64-0ECFDA4D9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529CF-00DC-4ADD-8B6A-7D9ADE88BC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0214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FA85AA-194B-45ED-BEDE-1A8ADD67F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742EB28-EAB6-4BEA-9EE3-FE3FAB7F8A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82FB0E3-D74D-417A-8951-E9D05BA3C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956E551-02C0-43E7-B0A6-7CA3A39B8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39308-7C77-4451-9A10-723EEACF7FD9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92FAA1F-2FBB-4249-A7FB-C6E026F61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A387F9B-3E75-4673-857D-6AFBAB283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529CF-00DC-4ADD-8B6A-7D9ADE88BC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203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E56E94-3F4A-4C76-94D1-0A8193C19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C97B24-E256-4C69-8AC5-5B9F2A60A0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0D5203-A4E7-46EA-8A0D-0EB84439E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39308-7C77-4451-9A10-723EEACF7FD9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4C1F47-CDBB-44E9-87A3-6745540FB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665114-4FB9-428A-A9FA-E901473B3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529CF-00DC-4ADD-8B6A-7D9ADE88BC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7030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7DB34AB-F61C-4425-9E0F-1EF68D1EBA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C754658-7723-41CA-A81F-66AE24B3A6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4EF69C-F0A6-4D6E-8B59-3600C5150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39308-7C77-4451-9A10-723EEACF7FD9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8C028-0AD5-4573-A166-13EB65B51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E0A9BE-BBDC-44DA-B2D4-D11872E59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529CF-00DC-4ADD-8B6A-7D9ADE88BC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3715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F66FD0F-15E8-485B-A2BE-BB404F419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380ED7-95E2-4023-9589-13D0CB51B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4A6A17-F47E-4F3B-AA51-7A0E22DADA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39308-7C77-4451-9A10-723EEACF7FD9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F3A1A7-AB53-4BCC-AF51-76C31D6B99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4DD89F-DD86-414E-921A-97B9EAED91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F529CF-00DC-4ADD-8B6A-7D9ADE88BC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888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5CB893-7169-47ED-8D3B-193E93DBD2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game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B0F513B-8A7B-490D-9ACA-7B958D0279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570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와이드스크린</PresentationFormat>
  <Paragraphs>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game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</dc:title>
  <dc:creator>KOREAIT</dc:creator>
  <cp:lastModifiedBy>KOREAIT</cp:lastModifiedBy>
  <cp:revision>1</cp:revision>
  <dcterms:created xsi:type="dcterms:W3CDTF">2026-08-26T03:28:12Z</dcterms:created>
  <dcterms:modified xsi:type="dcterms:W3CDTF">2026-08-26T03:28:40Z</dcterms:modified>
</cp:coreProperties>
</file>